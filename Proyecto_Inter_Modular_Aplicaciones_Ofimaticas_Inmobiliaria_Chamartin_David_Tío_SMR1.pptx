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AE42A5-D51F-4919-AE81-C4095F073AF2}" v="985" dt="2026-05-15T15:13:14.9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7DB2E6-803B-45BA-BF1A-D4FDCDC01DA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86ECD24-8394-4D9A-9F83-AE77E7CBE25E}">
      <dgm:prSet/>
      <dgm:spPr/>
      <dgm:t>
        <a:bodyPr/>
        <a:lstStyle/>
        <a:p>
          <a:pPr rtl="0">
            <a:defRPr cap="all"/>
          </a:pPr>
          <a:r>
            <a:rPr lang="es-ES"/>
            <a:t>La empresa con un total de 15 PC de los cuales </a:t>
          </a:r>
          <a:r>
            <a:rPr lang="es-ES">
              <a:latin typeface="Aptos Display" panose="020F0302020204030204"/>
            </a:rPr>
            <a:t>12 son</a:t>
          </a:r>
          <a:r>
            <a:rPr lang="es-ES"/>
            <a:t> para tareas de ofimática y 3 son de alto rendimiento.</a:t>
          </a:r>
          <a:endParaRPr lang="en-US"/>
        </a:p>
      </dgm:t>
    </dgm:pt>
    <dgm:pt modelId="{6F24024A-02E3-4836-B41A-64CEFDA4CF3E}" type="parTrans" cxnId="{2C57FC8D-1737-4231-8570-0804A1369EFD}">
      <dgm:prSet/>
      <dgm:spPr/>
      <dgm:t>
        <a:bodyPr/>
        <a:lstStyle/>
        <a:p>
          <a:endParaRPr lang="en-US"/>
        </a:p>
      </dgm:t>
    </dgm:pt>
    <dgm:pt modelId="{B5DECF3C-BDDE-4C03-96F9-3410C720ECB7}" type="sibTrans" cxnId="{2C57FC8D-1737-4231-8570-0804A1369EFD}">
      <dgm:prSet/>
      <dgm:spPr/>
      <dgm:t>
        <a:bodyPr/>
        <a:lstStyle/>
        <a:p>
          <a:endParaRPr lang="en-US"/>
        </a:p>
      </dgm:t>
    </dgm:pt>
    <dgm:pt modelId="{6EEC3C5E-5B42-40C2-8B73-E4647C4A4E41}">
      <dgm:prSet/>
      <dgm:spPr/>
      <dgm:t>
        <a:bodyPr/>
        <a:lstStyle/>
        <a:p>
          <a:pPr>
            <a:defRPr cap="all"/>
          </a:pPr>
          <a:r>
            <a:rPr lang="es-ES"/>
            <a:t>También cuenta con una sala de servidores en la cual uno </a:t>
          </a:r>
          <a:r>
            <a:rPr lang="es-ES">
              <a:latin typeface="Aptos Display" panose="020F0302020204030204"/>
            </a:rPr>
            <a:t>es</a:t>
          </a:r>
          <a:r>
            <a:rPr lang="es-ES"/>
            <a:t> el servidor principal y el segundo es el de respaldo.</a:t>
          </a:r>
          <a:endParaRPr lang="en-US"/>
        </a:p>
      </dgm:t>
    </dgm:pt>
    <dgm:pt modelId="{ADC433C5-7005-441A-B58F-D4E0DE7A2A90}" type="parTrans" cxnId="{852201F9-CF03-424B-AA2A-1B8F2B5465E1}">
      <dgm:prSet/>
      <dgm:spPr/>
      <dgm:t>
        <a:bodyPr/>
        <a:lstStyle/>
        <a:p>
          <a:endParaRPr lang="en-US"/>
        </a:p>
      </dgm:t>
    </dgm:pt>
    <dgm:pt modelId="{92BA7C62-A29D-4141-9E0E-3F387336812A}" type="sibTrans" cxnId="{852201F9-CF03-424B-AA2A-1B8F2B5465E1}">
      <dgm:prSet/>
      <dgm:spPr/>
      <dgm:t>
        <a:bodyPr/>
        <a:lstStyle/>
        <a:p>
          <a:endParaRPr lang="en-US"/>
        </a:p>
      </dgm:t>
    </dgm:pt>
    <dgm:pt modelId="{2B683809-22C7-450F-8303-2EA845A011F4}">
      <dgm:prSet/>
      <dgm:spPr/>
      <dgm:t>
        <a:bodyPr/>
        <a:lstStyle/>
        <a:p>
          <a:pPr>
            <a:defRPr cap="all"/>
          </a:pPr>
          <a:r>
            <a:rPr lang="es-ES"/>
            <a:t>También cuenta con un total de 2 impresoras multifunción.</a:t>
          </a:r>
          <a:endParaRPr lang="en-US"/>
        </a:p>
      </dgm:t>
    </dgm:pt>
    <dgm:pt modelId="{702A7098-4483-40A7-8E04-1EF8BE47C516}" type="parTrans" cxnId="{3BBD1CDA-D69C-4E37-9601-E058B5AE877A}">
      <dgm:prSet/>
      <dgm:spPr/>
      <dgm:t>
        <a:bodyPr/>
        <a:lstStyle/>
        <a:p>
          <a:endParaRPr lang="en-US"/>
        </a:p>
      </dgm:t>
    </dgm:pt>
    <dgm:pt modelId="{9B5CFA06-9529-42E1-B711-FF1CA71FE6C5}" type="sibTrans" cxnId="{3BBD1CDA-D69C-4E37-9601-E058B5AE877A}">
      <dgm:prSet/>
      <dgm:spPr/>
      <dgm:t>
        <a:bodyPr/>
        <a:lstStyle/>
        <a:p>
          <a:endParaRPr lang="en-US"/>
        </a:p>
      </dgm:t>
    </dgm:pt>
    <dgm:pt modelId="{E6A58F0B-5B5B-40C6-81C8-BA8F78CE9849}" type="pres">
      <dgm:prSet presAssocID="{0D7DB2E6-803B-45BA-BF1A-D4FDCDC01DA6}" presName="root" presStyleCnt="0">
        <dgm:presLayoutVars>
          <dgm:dir/>
          <dgm:resizeHandles val="exact"/>
        </dgm:presLayoutVars>
      </dgm:prSet>
      <dgm:spPr/>
    </dgm:pt>
    <dgm:pt modelId="{798E1EDB-DE39-47DE-B105-909468E38885}" type="pres">
      <dgm:prSet presAssocID="{786ECD24-8394-4D9A-9F83-AE77E7CBE25E}" presName="compNode" presStyleCnt="0"/>
      <dgm:spPr/>
    </dgm:pt>
    <dgm:pt modelId="{55151923-3476-4BB9-93EA-F73ED4F13C9B}" type="pres">
      <dgm:prSet presAssocID="{786ECD24-8394-4D9A-9F83-AE77E7CBE25E}" presName="iconBgRect" presStyleLbl="bgShp" presStyleIdx="0" presStyleCnt="3"/>
      <dgm:spPr/>
    </dgm:pt>
    <dgm:pt modelId="{E54CF28C-5932-4A91-B33E-6B33B2A933D7}" type="pres">
      <dgm:prSet presAssocID="{786ECD24-8394-4D9A-9F83-AE77E7CBE25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D9ADCCF6-42B1-4829-BB56-2F5C06D6E63F}" type="pres">
      <dgm:prSet presAssocID="{786ECD24-8394-4D9A-9F83-AE77E7CBE25E}" presName="spaceRect" presStyleCnt="0"/>
      <dgm:spPr/>
    </dgm:pt>
    <dgm:pt modelId="{1A354347-5F05-4CEF-A63C-DCB74B3E785F}" type="pres">
      <dgm:prSet presAssocID="{786ECD24-8394-4D9A-9F83-AE77E7CBE25E}" presName="textRect" presStyleLbl="revTx" presStyleIdx="0" presStyleCnt="3">
        <dgm:presLayoutVars>
          <dgm:chMax val="1"/>
          <dgm:chPref val="1"/>
        </dgm:presLayoutVars>
      </dgm:prSet>
      <dgm:spPr/>
    </dgm:pt>
    <dgm:pt modelId="{B43823EB-AF79-458B-A0F4-A0DF32A9815F}" type="pres">
      <dgm:prSet presAssocID="{B5DECF3C-BDDE-4C03-96F9-3410C720ECB7}" presName="sibTrans" presStyleCnt="0"/>
      <dgm:spPr/>
    </dgm:pt>
    <dgm:pt modelId="{F2E19D09-FD76-4B49-B6EA-73C173D681F6}" type="pres">
      <dgm:prSet presAssocID="{6EEC3C5E-5B42-40C2-8B73-E4647C4A4E41}" presName="compNode" presStyleCnt="0"/>
      <dgm:spPr/>
    </dgm:pt>
    <dgm:pt modelId="{24E988A0-3189-48C4-90F6-8CEDDD555BE2}" type="pres">
      <dgm:prSet presAssocID="{6EEC3C5E-5B42-40C2-8B73-E4647C4A4E41}" presName="iconBgRect" presStyleLbl="bgShp" presStyleIdx="1" presStyleCnt="3"/>
      <dgm:spPr/>
    </dgm:pt>
    <dgm:pt modelId="{79CC2C97-B0DA-4281-B95D-E818D1B91FEB}" type="pres">
      <dgm:prSet presAssocID="{6EEC3C5E-5B42-40C2-8B73-E4647C4A4E4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FFE96FE3-B106-4278-8827-9311294B5A68}" type="pres">
      <dgm:prSet presAssocID="{6EEC3C5E-5B42-40C2-8B73-E4647C4A4E41}" presName="spaceRect" presStyleCnt="0"/>
      <dgm:spPr/>
    </dgm:pt>
    <dgm:pt modelId="{C62B1829-E186-4FD4-A6DB-640EC7EDEC95}" type="pres">
      <dgm:prSet presAssocID="{6EEC3C5E-5B42-40C2-8B73-E4647C4A4E41}" presName="textRect" presStyleLbl="revTx" presStyleIdx="1" presStyleCnt="3">
        <dgm:presLayoutVars>
          <dgm:chMax val="1"/>
          <dgm:chPref val="1"/>
        </dgm:presLayoutVars>
      </dgm:prSet>
      <dgm:spPr/>
    </dgm:pt>
    <dgm:pt modelId="{C21D99F5-06E4-4212-B1BA-1B4D2E2006C9}" type="pres">
      <dgm:prSet presAssocID="{92BA7C62-A29D-4141-9E0E-3F387336812A}" presName="sibTrans" presStyleCnt="0"/>
      <dgm:spPr/>
    </dgm:pt>
    <dgm:pt modelId="{D580EFED-DF80-4B4E-9B10-DC3656A6D79E}" type="pres">
      <dgm:prSet presAssocID="{2B683809-22C7-450F-8303-2EA845A011F4}" presName="compNode" presStyleCnt="0"/>
      <dgm:spPr/>
    </dgm:pt>
    <dgm:pt modelId="{BE01E37C-F5D9-4F89-BE11-13A30D482175}" type="pres">
      <dgm:prSet presAssocID="{2B683809-22C7-450F-8303-2EA845A011F4}" presName="iconBgRect" presStyleLbl="bgShp" presStyleIdx="2" presStyleCnt="3"/>
      <dgm:spPr/>
    </dgm:pt>
    <dgm:pt modelId="{240D124F-E5F7-4664-9911-8B1317F83296}" type="pres">
      <dgm:prSet presAssocID="{2B683809-22C7-450F-8303-2EA845A011F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presora"/>
        </a:ext>
      </dgm:extLst>
    </dgm:pt>
    <dgm:pt modelId="{4332E647-4DB1-42D2-9820-CAE6DAACE16F}" type="pres">
      <dgm:prSet presAssocID="{2B683809-22C7-450F-8303-2EA845A011F4}" presName="spaceRect" presStyleCnt="0"/>
      <dgm:spPr/>
    </dgm:pt>
    <dgm:pt modelId="{020AD50C-3CED-46B9-A265-5AA730FF43B1}" type="pres">
      <dgm:prSet presAssocID="{2B683809-22C7-450F-8303-2EA845A011F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0C1EF3A-F239-4B31-A2C1-59069B8C8C38}" type="presOf" srcId="{0D7DB2E6-803B-45BA-BF1A-D4FDCDC01DA6}" destId="{E6A58F0B-5B5B-40C6-81C8-BA8F78CE9849}" srcOrd="0" destOrd="0" presId="urn:microsoft.com/office/officeart/2018/5/layout/IconCircleLabelList"/>
    <dgm:cxn modelId="{45259F72-B889-454B-A22D-3C6D3B3FE546}" type="presOf" srcId="{786ECD24-8394-4D9A-9F83-AE77E7CBE25E}" destId="{1A354347-5F05-4CEF-A63C-DCB74B3E785F}" srcOrd="0" destOrd="0" presId="urn:microsoft.com/office/officeart/2018/5/layout/IconCircleLabelList"/>
    <dgm:cxn modelId="{2C57FC8D-1737-4231-8570-0804A1369EFD}" srcId="{0D7DB2E6-803B-45BA-BF1A-D4FDCDC01DA6}" destId="{786ECD24-8394-4D9A-9F83-AE77E7CBE25E}" srcOrd="0" destOrd="0" parTransId="{6F24024A-02E3-4836-B41A-64CEFDA4CF3E}" sibTransId="{B5DECF3C-BDDE-4C03-96F9-3410C720ECB7}"/>
    <dgm:cxn modelId="{55957AB3-26CF-4EBF-A7BA-9640B775C1F3}" type="presOf" srcId="{2B683809-22C7-450F-8303-2EA845A011F4}" destId="{020AD50C-3CED-46B9-A265-5AA730FF43B1}" srcOrd="0" destOrd="0" presId="urn:microsoft.com/office/officeart/2018/5/layout/IconCircleLabelList"/>
    <dgm:cxn modelId="{D0E1CED5-61B9-4693-A0AC-4D23B6C0F877}" type="presOf" srcId="{6EEC3C5E-5B42-40C2-8B73-E4647C4A4E41}" destId="{C62B1829-E186-4FD4-A6DB-640EC7EDEC95}" srcOrd="0" destOrd="0" presId="urn:microsoft.com/office/officeart/2018/5/layout/IconCircleLabelList"/>
    <dgm:cxn modelId="{3BBD1CDA-D69C-4E37-9601-E058B5AE877A}" srcId="{0D7DB2E6-803B-45BA-BF1A-D4FDCDC01DA6}" destId="{2B683809-22C7-450F-8303-2EA845A011F4}" srcOrd="2" destOrd="0" parTransId="{702A7098-4483-40A7-8E04-1EF8BE47C516}" sibTransId="{9B5CFA06-9529-42E1-B711-FF1CA71FE6C5}"/>
    <dgm:cxn modelId="{852201F9-CF03-424B-AA2A-1B8F2B5465E1}" srcId="{0D7DB2E6-803B-45BA-BF1A-D4FDCDC01DA6}" destId="{6EEC3C5E-5B42-40C2-8B73-E4647C4A4E41}" srcOrd="1" destOrd="0" parTransId="{ADC433C5-7005-441A-B58F-D4E0DE7A2A90}" sibTransId="{92BA7C62-A29D-4141-9E0E-3F387336812A}"/>
    <dgm:cxn modelId="{DE62AC14-72D1-4006-807A-85EFD1E9652E}" type="presParOf" srcId="{E6A58F0B-5B5B-40C6-81C8-BA8F78CE9849}" destId="{798E1EDB-DE39-47DE-B105-909468E38885}" srcOrd="0" destOrd="0" presId="urn:microsoft.com/office/officeart/2018/5/layout/IconCircleLabelList"/>
    <dgm:cxn modelId="{5D865804-3BDF-4C85-8DBE-C87CD338145C}" type="presParOf" srcId="{798E1EDB-DE39-47DE-B105-909468E38885}" destId="{55151923-3476-4BB9-93EA-F73ED4F13C9B}" srcOrd="0" destOrd="0" presId="urn:microsoft.com/office/officeart/2018/5/layout/IconCircleLabelList"/>
    <dgm:cxn modelId="{CAB91712-2D31-488D-8182-99F894EA2231}" type="presParOf" srcId="{798E1EDB-DE39-47DE-B105-909468E38885}" destId="{E54CF28C-5932-4A91-B33E-6B33B2A933D7}" srcOrd="1" destOrd="0" presId="urn:microsoft.com/office/officeart/2018/5/layout/IconCircleLabelList"/>
    <dgm:cxn modelId="{513526C6-6A21-49AE-9103-1A3EC713F586}" type="presParOf" srcId="{798E1EDB-DE39-47DE-B105-909468E38885}" destId="{D9ADCCF6-42B1-4829-BB56-2F5C06D6E63F}" srcOrd="2" destOrd="0" presId="urn:microsoft.com/office/officeart/2018/5/layout/IconCircleLabelList"/>
    <dgm:cxn modelId="{DD9FBDBB-EAD0-4C75-BEEC-331A96F3986E}" type="presParOf" srcId="{798E1EDB-DE39-47DE-B105-909468E38885}" destId="{1A354347-5F05-4CEF-A63C-DCB74B3E785F}" srcOrd="3" destOrd="0" presId="urn:microsoft.com/office/officeart/2018/5/layout/IconCircleLabelList"/>
    <dgm:cxn modelId="{85F6FBA8-55DA-4406-9DBE-3A0AE1BC2CFF}" type="presParOf" srcId="{E6A58F0B-5B5B-40C6-81C8-BA8F78CE9849}" destId="{B43823EB-AF79-458B-A0F4-A0DF32A9815F}" srcOrd="1" destOrd="0" presId="urn:microsoft.com/office/officeart/2018/5/layout/IconCircleLabelList"/>
    <dgm:cxn modelId="{2617950C-FBDC-47C4-9FEA-2E37D4EA2F13}" type="presParOf" srcId="{E6A58F0B-5B5B-40C6-81C8-BA8F78CE9849}" destId="{F2E19D09-FD76-4B49-B6EA-73C173D681F6}" srcOrd="2" destOrd="0" presId="urn:microsoft.com/office/officeart/2018/5/layout/IconCircleLabelList"/>
    <dgm:cxn modelId="{34ACF94A-6DBC-4019-8143-096A7A2771FD}" type="presParOf" srcId="{F2E19D09-FD76-4B49-B6EA-73C173D681F6}" destId="{24E988A0-3189-48C4-90F6-8CEDDD555BE2}" srcOrd="0" destOrd="0" presId="urn:microsoft.com/office/officeart/2018/5/layout/IconCircleLabelList"/>
    <dgm:cxn modelId="{7D108D83-AA72-4FB9-886D-2FE7E03623C0}" type="presParOf" srcId="{F2E19D09-FD76-4B49-B6EA-73C173D681F6}" destId="{79CC2C97-B0DA-4281-B95D-E818D1B91FEB}" srcOrd="1" destOrd="0" presId="urn:microsoft.com/office/officeart/2018/5/layout/IconCircleLabelList"/>
    <dgm:cxn modelId="{560C4F80-75F4-4F67-9C53-F938D8FB051F}" type="presParOf" srcId="{F2E19D09-FD76-4B49-B6EA-73C173D681F6}" destId="{FFE96FE3-B106-4278-8827-9311294B5A68}" srcOrd="2" destOrd="0" presId="urn:microsoft.com/office/officeart/2018/5/layout/IconCircleLabelList"/>
    <dgm:cxn modelId="{2B9C7D95-D821-42CE-8B7A-DDCA3B975597}" type="presParOf" srcId="{F2E19D09-FD76-4B49-B6EA-73C173D681F6}" destId="{C62B1829-E186-4FD4-A6DB-640EC7EDEC95}" srcOrd="3" destOrd="0" presId="urn:microsoft.com/office/officeart/2018/5/layout/IconCircleLabelList"/>
    <dgm:cxn modelId="{30F796BA-022E-40EC-B6F4-4A07405C85BA}" type="presParOf" srcId="{E6A58F0B-5B5B-40C6-81C8-BA8F78CE9849}" destId="{C21D99F5-06E4-4212-B1BA-1B4D2E2006C9}" srcOrd="3" destOrd="0" presId="urn:microsoft.com/office/officeart/2018/5/layout/IconCircleLabelList"/>
    <dgm:cxn modelId="{D7EFB41E-4E58-4B6C-9F7C-582FA667CDB6}" type="presParOf" srcId="{E6A58F0B-5B5B-40C6-81C8-BA8F78CE9849}" destId="{D580EFED-DF80-4B4E-9B10-DC3656A6D79E}" srcOrd="4" destOrd="0" presId="urn:microsoft.com/office/officeart/2018/5/layout/IconCircleLabelList"/>
    <dgm:cxn modelId="{05A05C82-5D31-4F88-977E-95FC595BD1AB}" type="presParOf" srcId="{D580EFED-DF80-4B4E-9B10-DC3656A6D79E}" destId="{BE01E37C-F5D9-4F89-BE11-13A30D482175}" srcOrd="0" destOrd="0" presId="urn:microsoft.com/office/officeart/2018/5/layout/IconCircleLabelList"/>
    <dgm:cxn modelId="{C8AA06A7-4792-47E2-A60C-3B600EF2AAEB}" type="presParOf" srcId="{D580EFED-DF80-4B4E-9B10-DC3656A6D79E}" destId="{240D124F-E5F7-4664-9911-8B1317F83296}" srcOrd="1" destOrd="0" presId="urn:microsoft.com/office/officeart/2018/5/layout/IconCircleLabelList"/>
    <dgm:cxn modelId="{FD7CB90D-6884-4D49-8B72-2F2E543F82EE}" type="presParOf" srcId="{D580EFED-DF80-4B4E-9B10-DC3656A6D79E}" destId="{4332E647-4DB1-42D2-9820-CAE6DAACE16F}" srcOrd="2" destOrd="0" presId="urn:microsoft.com/office/officeart/2018/5/layout/IconCircleLabelList"/>
    <dgm:cxn modelId="{F5937776-DD2F-4565-BA69-0E93D62B65EB}" type="presParOf" srcId="{D580EFED-DF80-4B4E-9B10-DC3656A6D79E}" destId="{020AD50C-3CED-46B9-A265-5AA730FF43B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A3C19E-35B1-4B7E-BC68-B3EFE15F575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4878F9B-9C9E-46AD-B1D2-E9C0C0C14772}">
      <dgm:prSet/>
      <dgm:spPr/>
      <dgm:t>
        <a:bodyPr/>
        <a:lstStyle/>
        <a:p>
          <a:pPr>
            <a:defRPr cap="all"/>
          </a:pPr>
          <a:r>
            <a:rPr lang="es-ES" dirty="0"/>
            <a:t>Principalmente cuenta con un </a:t>
          </a:r>
          <a:r>
            <a:rPr lang="es-ES" dirty="0" err="1"/>
            <a:t>router</a:t>
          </a:r>
          <a:r>
            <a:rPr lang="es-ES" dirty="0"/>
            <a:t> con posibilidad de salida a internet.</a:t>
          </a:r>
          <a:endParaRPr lang="en-US" dirty="0"/>
        </a:p>
      </dgm:t>
    </dgm:pt>
    <dgm:pt modelId="{81A40BBA-4140-4627-8E12-7B3AA344E505}" type="parTrans" cxnId="{BA76EB3C-CC72-4DC3-BE69-5FBE4E819D39}">
      <dgm:prSet/>
      <dgm:spPr/>
      <dgm:t>
        <a:bodyPr/>
        <a:lstStyle/>
        <a:p>
          <a:endParaRPr lang="en-US"/>
        </a:p>
      </dgm:t>
    </dgm:pt>
    <dgm:pt modelId="{83D3E697-8D6F-4CA1-B99B-539C8A36142C}" type="sibTrans" cxnId="{BA76EB3C-CC72-4DC3-BE69-5FBE4E819D39}">
      <dgm:prSet/>
      <dgm:spPr/>
      <dgm:t>
        <a:bodyPr/>
        <a:lstStyle/>
        <a:p>
          <a:endParaRPr lang="en-US"/>
        </a:p>
      </dgm:t>
    </dgm:pt>
    <dgm:pt modelId="{32E942EA-FF8B-4F6D-908C-A2BC44E299F8}">
      <dgm:prSet/>
      <dgm:spPr/>
      <dgm:t>
        <a:bodyPr/>
        <a:lstStyle/>
        <a:p>
          <a:pPr>
            <a:defRPr cap="all"/>
          </a:pPr>
          <a:r>
            <a:rPr lang="es-ES">
              <a:latin typeface="Aptos Display" panose="020F0302020204030204"/>
            </a:rPr>
            <a:t>También</a:t>
          </a:r>
          <a:r>
            <a:rPr lang="es-ES" dirty="0"/>
            <a:t> cuenta con un switch el cual es gestionable. </a:t>
          </a:r>
          <a:endParaRPr lang="en-US" dirty="0"/>
        </a:p>
      </dgm:t>
    </dgm:pt>
    <dgm:pt modelId="{F155F0B0-70E3-401C-8DE6-80A500562C94}" type="parTrans" cxnId="{3B63983F-B3C8-433C-8FE0-4D7132173609}">
      <dgm:prSet/>
      <dgm:spPr/>
      <dgm:t>
        <a:bodyPr/>
        <a:lstStyle/>
        <a:p>
          <a:endParaRPr lang="en-US"/>
        </a:p>
      </dgm:t>
    </dgm:pt>
    <dgm:pt modelId="{0FDB7C3E-B409-428E-9EA6-4A7B0F941CE7}" type="sibTrans" cxnId="{3B63983F-B3C8-433C-8FE0-4D7132173609}">
      <dgm:prSet/>
      <dgm:spPr/>
      <dgm:t>
        <a:bodyPr/>
        <a:lstStyle/>
        <a:p>
          <a:endParaRPr lang="en-US"/>
        </a:p>
      </dgm:t>
    </dgm:pt>
    <dgm:pt modelId="{F00287EA-E426-4A13-9E17-367725275B7B}">
      <dgm:prSet/>
      <dgm:spPr/>
      <dgm:t>
        <a:bodyPr/>
        <a:lstStyle/>
        <a:p>
          <a:pPr>
            <a:defRPr cap="all"/>
          </a:pPr>
          <a:r>
            <a:rPr lang="es-ES" dirty="0"/>
            <a:t>Hay  VLANs que particionan la red en redes más pequeñas para así poder tener mejor estructurada la red.</a:t>
          </a:r>
          <a:endParaRPr lang="en-US" dirty="0"/>
        </a:p>
      </dgm:t>
    </dgm:pt>
    <dgm:pt modelId="{F3FB799F-3F89-4742-ABB2-6F150BD7ADA3}" type="parTrans" cxnId="{8251C51F-B58E-43B3-ACA0-C6B972B73F53}">
      <dgm:prSet/>
      <dgm:spPr/>
      <dgm:t>
        <a:bodyPr/>
        <a:lstStyle/>
        <a:p>
          <a:endParaRPr lang="en-US"/>
        </a:p>
      </dgm:t>
    </dgm:pt>
    <dgm:pt modelId="{24FAF182-DB42-4916-A9EE-D38514428F3F}" type="sibTrans" cxnId="{8251C51F-B58E-43B3-ACA0-C6B972B73F53}">
      <dgm:prSet/>
      <dgm:spPr/>
      <dgm:t>
        <a:bodyPr/>
        <a:lstStyle/>
        <a:p>
          <a:endParaRPr lang="en-US"/>
        </a:p>
      </dgm:t>
    </dgm:pt>
    <dgm:pt modelId="{C4A15D55-E46D-4FE5-A468-DA9AEE3E4DD2}">
      <dgm:prSet/>
      <dgm:spPr/>
      <dgm:t>
        <a:bodyPr/>
        <a:lstStyle/>
        <a:p>
          <a:pPr>
            <a:defRPr cap="all"/>
          </a:pPr>
          <a:r>
            <a:rPr lang="es-ES"/>
            <a:t>Y también hay una red de invitados la cual está aislada de la empresa es decir no pueden acceder a los archivos solo pueden acceder a internet.</a:t>
          </a:r>
          <a:endParaRPr lang="en-US"/>
        </a:p>
      </dgm:t>
    </dgm:pt>
    <dgm:pt modelId="{D2B00B80-DAF1-4E0C-AA8E-885CC0F6AF07}" type="parTrans" cxnId="{4E0F8EFA-48E0-4673-864D-A6243832AA61}">
      <dgm:prSet/>
      <dgm:spPr/>
      <dgm:t>
        <a:bodyPr/>
        <a:lstStyle/>
        <a:p>
          <a:endParaRPr lang="en-US"/>
        </a:p>
      </dgm:t>
    </dgm:pt>
    <dgm:pt modelId="{B43A63BD-05E2-41FC-83EB-927BEBDAD7B4}" type="sibTrans" cxnId="{4E0F8EFA-48E0-4673-864D-A6243832AA61}">
      <dgm:prSet/>
      <dgm:spPr/>
      <dgm:t>
        <a:bodyPr/>
        <a:lstStyle/>
        <a:p>
          <a:endParaRPr lang="en-US"/>
        </a:p>
      </dgm:t>
    </dgm:pt>
    <dgm:pt modelId="{14327B93-1F36-472B-92E2-97ABD4F392C5}" type="pres">
      <dgm:prSet presAssocID="{2FA3C19E-35B1-4B7E-BC68-B3EFE15F5759}" presName="root" presStyleCnt="0">
        <dgm:presLayoutVars>
          <dgm:dir/>
          <dgm:resizeHandles val="exact"/>
        </dgm:presLayoutVars>
      </dgm:prSet>
      <dgm:spPr/>
    </dgm:pt>
    <dgm:pt modelId="{EE03708F-8703-44A9-AD3D-89F89B8FCEA2}" type="pres">
      <dgm:prSet presAssocID="{B4878F9B-9C9E-46AD-B1D2-E9C0C0C14772}" presName="compNode" presStyleCnt="0"/>
      <dgm:spPr/>
    </dgm:pt>
    <dgm:pt modelId="{1C497C9D-AD62-48DD-8265-30C3352957AC}" type="pres">
      <dgm:prSet presAssocID="{B4878F9B-9C9E-46AD-B1D2-E9C0C0C14772}" presName="iconBgRect" presStyleLbl="bgShp" presStyleIdx="0" presStyleCnt="4"/>
      <dgm:spPr/>
    </dgm:pt>
    <dgm:pt modelId="{7907EBD7-9346-489A-9438-667BAA1BC75D}" type="pres">
      <dgm:prSet presAssocID="{B4878F9B-9C9E-46AD-B1D2-E9C0C0C1477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914E1C39-20D2-437C-A6B3-88EC096BABA6}" type="pres">
      <dgm:prSet presAssocID="{B4878F9B-9C9E-46AD-B1D2-E9C0C0C14772}" presName="spaceRect" presStyleCnt="0"/>
      <dgm:spPr/>
    </dgm:pt>
    <dgm:pt modelId="{7D97D3A2-FE45-48F4-BE9A-53EB2900C965}" type="pres">
      <dgm:prSet presAssocID="{B4878F9B-9C9E-46AD-B1D2-E9C0C0C14772}" presName="textRect" presStyleLbl="revTx" presStyleIdx="0" presStyleCnt="4">
        <dgm:presLayoutVars>
          <dgm:chMax val="1"/>
          <dgm:chPref val="1"/>
        </dgm:presLayoutVars>
      </dgm:prSet>
      <dgm:spPr/>
    </dgm:pt>
    <dgm:pt modelId="{6E59B0CA-B7F7-4097-A183-23AE27419C05}" type="pres">
      <dgm:prSet presAssocID="{83D3E697-8D6F-4CA1-B99B-539C8A36142C}" presName="sibTrans" presStyleCnt="0"/>
      <dgm:spPr/>
    </dgm:pt>
    <dgm:pt modelId="{AF852479-7DE0-4E60-BE55-DEC7BA609E0D}" type="pres">
      <dgm:prSet presAssocID="{32E942EA-FF8B-4F6D-908C-A2BC44E299F8}" presName="compNode" presStyleCnt="0"/>
      <dgm:spPr/>
    </dgm:pt>
    <dgm:pt modelId="{5D2CFC33-8E4F-4854-BF68-026E97B120A3}" type="pres">
      <dgm:prSet presAssocID="{32E942EA-FF8B-4F6D-908C-A2BC44E299F8}" presName="iconBgRect" presStyleLbl="bgShp" presStyleIdx="1" presStyleCnt="4"/>
      <dgm:spPr/>
    </dgm:pt>
    <dgm:pt modelId="{EC47448C-A52B-4B60-8DDA-22A7A90C203B}" type="pres">
      <dgm:prSet presAssocID="{32E942EA-FF8B-4F6D-908C-A2BC44E299F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ro"/>
        </a:ext>
      </dgm:extLst>
    </dgm:pt>
    <dgm:pt modelId="{7E396F39-C953-4EFB-A123-A15E95D75268}" type="pres">
      <dgm:prSet presAssocID="{32E942EA-FF8B-4F6D-908C-A2BC44E299F8}" presName="spaceRect" presStyleCnt="0"/>
      <dgm:spPr/>
    </dgm:pt>
    <dgm:pt modelId="{4AB51712-8E51-4C0E-A0B6-2FF8B3421D00}" type="pres">
      <dgm:prSet presAssocID="{32E942EA-FF8B-4F6D-908C-A2BC44E299F8}" presName="textRect" presStyleLbl="revTx" presStyleIdx="1" presStyleCnt="4">
        <dgm:presLayoutVars>
          <dgm:chMax val="1"/>
          <dgm:chPref val="1"/>
        </dgm:presLayoutVars>
      </dgm:prSet>
      <dgm:spPr/>
    </dgm:pt>
    <dgm:pt modelId="{856FC74A-8B71-4511-9CCD-880FB82C64A6}" type="pres">
      <dgm:prSet presAssocID="{0FDB7C3E-B409-428E-9EA6-4A7B0F941CE7}" presName="sibTrans" presStyleCnt="0"/>
      <dgm:spPr/>
    </dgm:pt>
    <dgm:pt modelId="{86BA59BD-9727-43A6-87B6-1FDE7C7DF28C}" type="pres">
      <dgm:prSet presAssocID="{F00287EA-E426-4A13-9E17-367725275B7B}" presName="compNode" presStyleCnt="0"/>
      <dgm:spPr/>
    </dgm:pt>
    <dgm:pt modelId="{1C218029-709B-4474-AC4D-01CB9A38FD99}" type="pres">
      <dgm:prSet presAssocID="{F00287EA-E426-4A13-9E17-367725275B7B}" presName="iconBgRect" presStyleLbl="bgShp" presStyleIdx="2" presStyleCnt="4"/>
      <dgm:spPr/>
    </dgm:pt>
    <dgm:pt modelId="{8189362C-A9D6-47F3-93AD-5C8AF25DDD8B}" type="pres">
      <dgm:prSet presAssocID="{F00287EA-E426-4A13-9E17-367725275B7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41BE12A7-BE52-4B96-928C-D14E7D07B5F9}" type="pres">
      <dgm:prSet presAssocID="{F00287EA-E426-4A13-9E17-367725275B7B}" presName="spaceRect" presStyleCnt="0"/>
      <dgm:spPr/>
    </dgm:pt>
    <dgm:pt modelId="{8356671B-23A5-440D-97E3-C570616C33E3}" type="pres">
      <dgm:prSet presAssocID="{F00287EA-E426-4A13-9E17-367725275B7B}" presName="textRect" presStyleLbl="revTx" presStyleIdx="2" presStyleCnt="4">
        <dgm:presLayoutVars>
          <dgm:chMax val="1"/>
          <dgm:chPref val="1"/>
        </dgm:presLayoutVars>
      </dgm:prSet>
      <dgm:spPr/>
    </dgm:pt>
    <dgm:pt modelId="{BBC4AE9D-0544-4D48-90EA-9B63E09EFD6A}" type="pres">
      <dgm:prSet presAssocID="{24FAF182-DB42-4916-A9EE-D38514428F3F}" presName="sibTrans" presStyleCnt="0"/>
      <dgm:spPr/>
    </dgm:pt>
    <dgm:pt modelId="{26F90132-8497-40A2-B963-DCA8187726E5}" type="pres">
      <dgm:prSet presAssocID="{C4A15D55-E46D-4FE5-A468-DA9AEE3E4DD2}" presName="compNode" presStyleCnt="0"/>
      <dgm:spPr/>
    </dgm:pt>
    <dgm:pt modelId="{8D2F15D1-0174-4676-834D-69121163A522}" type="pres">
      <dgm:prSet presAssocID="{C4A15D55-E46D-4FE5-A468-DA9AEE3E4DD2}" presName="iconBgRect" presStyleLbl="bgShp" presStyleIdx="3" presStyleCnt="4"/>
      <dgm:spPr/>
    </dgm:pt>
    <dgm:pt modelId="{FAF53302-88C4-41E5-A96A-B184261CF34D}" type="pres">
      <dgm:prSet presAssocID="{C4A15D55-E46D-4FE5-A468-DA9AEE3E4DD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arero"/>
        </a:ext>
      </dgm:extLst>
    </dgm:pt>
    <dgm:pt modelId="{F6CCC4E0-637B-4381-A18B-C30553F27CE4}" type="pres">
      <dgm:prSet presAssocID="{C4A15D55-E46D-4FE5-A468-DA9AEE3E4DD2}" presName="spaceRect" presStyleCnt="0"/>
      <dgm:spPr/>
    </dgm:pt>
    <dgm:pt modelId="{3C3B11BF-EB51-45CD-BA87-8A9310B8CD81}" type="pres">
      <dgm:prSet presAssocID="{C4A15D55-E46D-4FE5-A468-DA9AEE3E4DD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DA7C814-8AB4-407F-AD88-2C34FBE338B7}" type="presOf" srcId="{F00287EA-E426-4A13-9E17-367725275B7B}" destId="{8356671B-23A5-440D-97E3-C570616C33E3}" srcOrd="0" destOrd="0" presId="urn:microsoft.com/office/officeart/2018/5/layout/IconCircleLabelList"/>
    <dgm:cxn modelId="{8251C51F-B58E-43B3-ACA0-C6B972B73F53}" srcId="{2FA3C19E-35B1-4B7E-BC68-B3EFE15F5759}" destId="{F00287EA-E426-4A13-9E17-367725275B7B}" srcOrd="2" destOrd="0" parTransId="{F3FB799F-3F89-4742-ABB2-6F150BD7ADA3}" sibTransId="{24FAF182-DB42-4916-A9EE-D38514428F3F}"/>
    <dgm:cxn modelId="{BA76EB3C-CC72-4DC3-BE69-5FBE4E819D39}" srcId="{2FA3C19E-35B1-4B7E-BC68-B3EFE15F5759}" destId="{B4878F9B-9C9E-46AD-B1D2-E9C0C0C14772}" srcOrd="0" destOrd="0" parTransId="{81A40BBA-4140-4627-8E12-7B3AA344E505}" sibTransId="{83D3E697-8D6F-4CA1-B99B-539C8A36142C}"/>
    <dgm:cxn modelId="{3B63983F-B3C8-433C-8FE0-4D7132173609}" srcId="{2FA3C19E-35B1-4B7E-BC68-B3EFE15F5759}" destId="{32E942EA-FF8B-4F6D-908C-A2BC44E299F8}" srcOrd="1" destOrd="0" parTransId="{F155F0B0-70E3-401C-8DE6-80A500562C94}" sibTransId="{0FDB7C3E-B409-428E-9EA6-4A7B0F941CE7}"/>
    <dgm:cxn modelId="{3637B740-EA7C-44D4-8305-4292631A987F}" type="presOf" srcId="{32E942EA-FF8B-4F6D-908C-A2BC44E299F8}" destId="{4AB51712-8E51-4C0E-A0B6-2FF8B3421D00}" srcOrd="0" destOrd="0" presId="urn:microsoft.com/office/officeart/2018/5/layout/IconCircleLabelList"/>
    <dgm:cxn modelId="{12B99BB2-A164-414B-9FF7-67E1A66D1CF9}" type="presOf" srcId="{2FA3C19E-35B1-4B7E-BC68-B3EFE15F5759}" destId="{14327B93-1F36-472B-92E2-97ABD4F392C5}" srcOrd="0" destOrd="0" presId="urn:microsoft.com/office/officeart/2018/5/layout/IconCircleLabelList"/>
    <dgm:cxn modelId="{B914BEDE-D324-46D2-A1E9-B143259A292E}" type="presOf" srcId="{B4878F9B-9C9E-46AD-B1D2-E9C0C0C14772}" destId="{7D97D3A2-FE45-48F4-BE9A-53EB2900C965}" srcOrd="0" destOrd="0" presId="urn:microsoft.com/office/officeart/2018/5/layout/IconCircleLabelList"/>
    <dgm:cxn modelId="{2E288EE4-D6F8-4372-872F-6AD5B15EA4BD}" type="presOf" srcId="{C4A15D55-E46D-4FE5-A468-DA9AEE3E4DD2}" destId="{3C3B11BF-EB51-45CD-BA87-8A9310B8CD81}" srcOrd="0" destOrd="0" presId="urn:microsoft.com/office/officeart/2018/5/layout/IconCircleLabelList"/>
    <dgm:cxn modelId="{4E0F8EFA-48E0-4673-864D-A6243832AA61}" srcId="{2FA3C19E-35B1-4B7E-BC68-B3EFE15F5759}" destId="{C4A15D55-E46D-4FE5-A468-DA9AEE3E4DD2}" srcOrd="3" destOrd="0" parTransId="{D2B00B80-DAF1-4E0C-AA8E-885CC0F6AF07}" sibTransId="{B43A63BD-05E2-41FC-83EB-927BEBDAD7B4}"/>
    <dgm:cxn modelId="{BDAB3408-F815-4C24-B660-DC838F543C09}" type="presParOf" srcId="{14327B93-1F36-472B-92E2-97ABD4F392C5}" destId="{EE03708F-8703-44A9-AD3D-89F89B8FCEA2}" srcOrd="0" destOrd="0" presId="urn:microsoft.com/office/officeart/2018/5/layout/IconCircleLabelList"/>
    <dgm:cxn modelId="{55FB3AEB-2CAC-4FEB-BC91-7A98EEF48B15}" type="presParOf" srcId="{EE03708F-8703-44A9-AD3D-89F89B8FCEA2}" destId="{1C497C9D-AD62-48DD-8265-30C3352957AC}" srcOrd="0" destOrd="0" presId="urn:microsoft.com/office/officeart/2018/5/layout/IconCircleLabelList"/>
    <dgm:cxn modelId="{EF065BE1-82EE-438A-B81F-1BD45C5D2D75}" type="presParOf" srcId="{EE03708F-8703-44A9-AD3D-89F89B8FCEA2}" destId="{7907EBD7-9346-489A-9438-667BAA1BC75D}" srcOrd="1" destOrd="0" presId="urn:microsoft.com/office/officeart/2018/5/layout/IconCircleLabelList"/>
    <dgm:cxn modelId="{AA675887-25E7-460D-8B1C-7E2752AF1AB8}" type="presParOf" srcId="{EE03708F-8703-44A9-AD3D-89F89B8FCEA2}" destId="{914E1C39-20D2-437C-A6B3-88EC096BABA6}" srcOrd="2" destOrd="0" presId="urn:microsoft.com/office/officeart/2018/5/layout/IconCircleLabelList"/>
    <dgm:cxn modelId="{606A1A25-28BD-42CD-8DAC-969E7A01CE4D}" type="presParOf" srcId="{EE03708F-8703-44A9-AD3D-89F89B8FCEA2}" destId="{7D97D3A2-FE45-48F4-BE9A-53EB2900C965}" srcOrd="3" destOrd="0" presId="urn:microsoft.com/office/officeart/2018/5/layout/IconCircleLabelList"/>
    <dgm:cxn modelId="{7EE91BE9-D548-467A-BA67-A9047F53F4B0}" type="presParOf" srcId="{14327B93-1F36-472B-92E2-97ABD4F392C5}" destId="{6E59B0CA-B7F7-4097-A183-23AE27419C05}" srcOrd="1" destOrd="0" presId="urn:microsoft.com/office/officeart/2018/5/layout/IconCircleLabelList"/>
    <dgm:cxn modelId="{0B3433FA-BFD2-429B-9AFC-AAFB10705FDF}" type="presParOf" srcId="{14327B93-1F36-472B-92E2-97ABD4F392C5}" destId="{AF852479-7DE0-4E60-BE55-DEC7BA609E0D}" srcOrd="2" destOrd="0" presId="urn:microsoft.com/office/officeart/2018/5/layout/IconCircleLabelList"/>
    <dgm:cxn modelId="{4FC9E275-B3C8-4564-85AB-FE076883AC1A}" type="presParOf" srcId="{AF852479-7DE0-4E60-BE55-DEC7BA609E0D}" destId="{5D2CFC33-8E4F-4854-BF68-026E97B120A3}" srcOrd="0" destOrd="0" presId="urn:microsoft.com/office/officeart/2018/5/layout/IconCircleLabelList"/>
    <dgm:cxn modelId="{3001451C-0F81-448B-89A6-884849D23F5B}" type="presParOf" srcId="{AF852479-7DE0-4E60-BE55-DEC7BA609E0D}" destId="{EC47448C-A52B-4B60-8DDA-22A7A90C203B}" srcOrd="1" destOrd="0" presId="urn:microsoft.com/office/officeart/2018/5/layout/IconCircleLabelList"/>
    <dgm:cxn modelId="{6C238C02-F0EC-4EDB-A7EE-FC23198497E8}" type="presParOf" srcId="{AF852479-7DE0-4E60-BE55-DEC7BA609E0D}" destId="{7E396F39-C953-4EFB-A123-A15E95D75268}" srcOrd="2" destOrd="0" presId="urn:microsoft.com/office/officeart/2018/5/layout/IconCircleLabelList"/>
    <dgm:cxn modelId="{D482380D-1EA4-49D5-A15A-C2961EA32680}" type="presParOf" srcId="{AF852479-7DE0-4E60-BE55-DEC7BA609E0D}" destId="{4AB51712-8E51-4C0E-A0B6-2FF8B3421D00}" srcOrd="3" destOrd="0" presId="urn:microsoft.com/office/officeart/2018/5/layout/IconCircleLabelList"/>
    <dgm:cxn modelId="{F7EEF0AB-69C5-4BB4-9576-1A9A03BB393A}" type="presParOf" srcId="{14327B93-1F36-472B-92E2-97ABD4F392C5}" destId="{856FC74A-8B71-4511-9CCD-880FB82C64A6}" srcOrd="3" destOrd="0" presId="urn:microsoft.com/office/officeart/2018/5/layout/IconCircleLabelList"/>
    <dgm:cxn modelId="{6C6115AA-7C3E-411E-A7DD-656C685CDC15}" type="presParOf" srcId="{14327B93-1F36-472B-92E2-97ABD4F392C5}" destId="{86BA59BD-9727-43A6-87B6-1FDE7C7DF28C}" srcOrd="4" destOrd="0" presId="urn:microsoft.com/office/officeart/2018/5/layout/IconCircleLabelList"/>
    <dgm:cxn modelId="{56E02BC2-12B0-4BA2-BE2E-24E372582348}" type="presParOf" srcId="{86BA59BD-9727-43A6-87B6-1FDE7C7DF28C}" destId="{1C218029-709B-4474-AC4D-01CB9A38FD99}" srcOrd="0" destOrd="0" presId="urn:microsoft.com/office/officeart/2018/5/layout/IconCircleLabelList"/>
    <dgm:cxn modelId="{BE2995C7-B32A-443A-AFF3-F270DB9097CE}" type="presParOf" srcId="{86BA59BD-9727-43A6-87B6-1FDE7C7DF28C}" destId="{8189362C-A9D6-47F3-93AD-5C8AF25DDD8B}" srcOrd="1" destOrd="0" presId="urn:microsoft.com/office/officeart/2018/5/layout/IconCircleLabelList"/>
    <dgm:cxn modelId="{77EF29CA-F28A-454B-9B0A-C5C49AFA07AE}" type="presParOf" srcId="{86BA59BD-9727-43A6-87B6-1FDE7C7DF28C}" destId="{41BE12A7-BE52-4B96-928C-D14E7D07B5F9}" srcOrd="2" destOrd="0" presId="urn:microsoft.com/office/officeart/2018/5/layout/IconCircleLabelList"/>
    <dgm:cxn modelId="{A2350200-5086-4075-991E-ACFBB95C7998}" type="presParOf" srcId="{86BA59BD-9727-43A6-87B6-1FDE7C7DF28C}" destId="{8356671B-23A5-440D-97E3-C570616C33E3}" srcOrd="3" destOrd="0" presId="urn:microsoft.com/office/officeart/2018/5/layout/IconCircleLabelList"/>
    <dgm:cxn modelId="{009BDEFD-8439-4260-BFCB-0352E5FCB3D5}" type="presParOf" srcId="{14327B93-1F36-472B-92E2-97ABD4F392C5}" destId="{BBC4AE9D-0544-4D48-90EA-9B63E09EFD6A}" srcOrd="5" destOrd="0" presId="urn:microsoft.com/office/officeart/2018/5/layout/IconCircleLabelList"/>
    <dgm:cxn modelId="{D6512BA7-C08B-41AA-A21B-B8992DA104B2}" type="presParOf" srcId="{14327B93-1F36-472B-92E2-97ABD4F392C5}" destId="{26F90132-8497-40A2-B963-DCA8187726E5}" srcOrd="6" destOrd="0" presId="urn:microsoft.com/office/officeart/2018/5/layout/IconCircleLabelList"/>
    <dgm:cxn modelId="{575B8AF5-3C29-43F3-A378-4B3A739892B4}" type="presParOf" srcId="{26F90132-8497-40A2-B963-DCA8187726E5}" destId="{8D2F15D1-0174-4676-834D-69121163A522}" srcOrd="0" destOrd="0" presId="urn:microsoft.com/office/officeart/2018/5/layout/IconCircleLabelList"/>
    <dgm:cxn modelId="{A99A9AF3-A6A0-491B-8C6F-F53315A066F0}" type="presParOf" srcId="{26F90132-8497-40A2-B963-DCA8187726E5}" destId="{FAF53302-88C4-41E5-A96A-B184261CF34D}" srcOrd="1" destOrd="0" presId="urn:microsoft.com/office/officeart/2018/5/layout/IconCircleLabelList"/>
    <dgm:cxn modelId="{90146DB0-6445-429D-8797-4DFE64C2738F}" type="presParOf" srcId="{26F90132-8497-40A2-B963-DCA8187726E5}" destId="{F6CCC4E0-637B-4381-A18B-C30553F27CE4}" srcOrd="2" destOrd="0" presId="urn:microsoft.com/office/officeart/2018/5/layout/IconCircleLabelList"/>
    <dgm:cxn modelId="{DFFA565E-BAFE-462B-BCC8-8D941780FF91}" type="presParOf" srcId="{26F90132-8497-40A2-B963-DCA8187726E5}" destId="{3C3B11BF-EB51-45CD-BA87-8A9310B8CD8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151923-3476-4BB9-93EA-F73ED4F13C9B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4CF28C-5932-4A91-B33E-6B33B2A933D7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354347-5F05-4CEF-A63C-DCB74B3E785F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200" kern="1200"/>
            <a:t>La empresa con un total de 15 PC de los cuales </a:t>
          </a:r>
          <a:r>
            <a:rPr lang="es-ES" sz="1200" kern="1200">
              <a:latin typeface="Aptos Display" panose="020F0302020204030204"/>
            </a:rPr>
            <a:t>12 son</a:t>
          </a:r>
          <a:r>
            <a:rPr lang="es-ES" sz="1200" kern="1200"/>
            <a:t> para tareas de ofimática y 3 son de alto rendimiento.</a:t>
          </a:r>
          <a:endParaRPr lang="en-US" sz="1200" kern="1200"/>
        </a:p>
      </dsp:txBody>
      <dsp:txXfrm>
        <a:off x="93445" y="3018902"/>
        <a:ext cx="3206250" cy="720000"/>
      </dsp:txXfrm>
    </dsp:sp>
    <dsp:sp modelId="{24E988A0-3189-48C4-90F6-8CEDDD555BE2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CC2C97-B0DA-4281-B95D-E818D1B91FEB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2B1829-E186-4FD4-A6DB-640EC7EDEC95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200" kern="1200"/>
            <a:t>También cuenta con una sala de servidores en la cual uno </a:t>
          </a:r>
          <a:r>
            <a:rPr lang="es-ES" sz="1200" kern="1200">
              <a:latin typeface="Aptos Display" panose="020F0302020204030204"/>
            </a:rPr>
            <a:t>es</a:t>
          </a:r>
          <a:r>
            <a:rPr lang="es-ES" sz="1200" kern="1200"/>
            <a:t> el servidor principal y el segundo es el de respaldo.</a:t>
          </a:r>
          <a:endParaRPr lang="en-US" sz="1200" kern="1200"/>
        </a:p>
      </dsp:txBody>
      <dsp:txXfrm>
        <a:off x="3860789" y="3018902"/>
        <a:ext cx="3206250" cy="720000"/>
      </dsp:txXfrm>
    </dsp:sp>
    <dsp:sp modelId="{BE01E37C-F5D9-4F89-BE11-13A30D482175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0D124F-E5F7-4664-9911-8B1317F83296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0AD50C-3CED-46B9-A265-5AA730FF43B1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200" kern="1200"/>
            <a:t>También cuenta con un total de 2 impresoras multifunción.</a:t>
          </a:r>
          <a:endParaRPr lang="en-US" sz="1200" kern="1200"/>
        </a:p>
      </dsp:txBody>
      <dsp:txXfrm>
        <a:off x="7628133" y="3018902"/>
        <a:ext cx="320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497C9D-AD62-48DD-8265-30C3352957AC}">
      <dsp:nvSpPr>
        <dsp:cNvPr id="0" name=""/>
        <dsp:cNvSpPr/>
      </dsp:nvSpPr>
      <dsp:spPr>
        <a:xfrm>
          <a:off x="562927" y="754456"/>
          <a:ext cx="1445998" cy="14459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07EBD7-9346-489A-9438-667BAA1BC75D}">
      <dsp:nvSpPr>
        <dsp:cNvPr id="0" name=""/>
        <dsp:cNvSpPr/>
      </dsp:nvSpPr>
      <dsp:spPr>
        <a:xfrm>
          <a:off x="871091" y="106262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97D3A2-FE45-48F4-BE9A-53EB2900C965}">
      <dsp:nvSpPr>
        <dsp:cNvPr id="0" name=""/>
        <dsp:cNvSpPr/>
      </dsp:nvSpPr>
      <dsp:spPr>
        <a:xfrm>
          <a:off x="100682" y="2650848"/>
          <a:ext cx="2370489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 dirty="0"/>
            <a:t>Principalmente cuenta con un </a:t>
          </a:r>
          <a:r>
            <a:rPr lang="es-ES" sz="1100" kern="1200" dirty="0" err="1"/>
            <a:t>router</a:t>
          </a:r>
          <a:r>
            <a:rPr lang="es-ES" sz="1100" kern="1200" dirty="0"/>
            <a:t> con posibilidad de salida a internet.</a:t>
          </a:r>
          <a:endParaRPr lang="en-US" sz="1100" kern="1200" dirty="0"/>
        </a:p>
      </dsp:txBody>
      <dsp:txXfrm>
        <a:off x="100682" y="2650848"/>
        <a:ext cx="2370489" cy="787500"/>
      </dsp:txXfrm>
    </dsp:sp>
    <dsp:sp modelId="{5D2CFC33-8E4F-4854-BF68-026E97B120A3}">
      <dsp:nvSpPr>
        <dsp:cNvPr id="0" name=""/>
        <dsp:cNvSpPr/>
      </dsp:nvSpPr>
      <dsp:spPr>
        <a:xfrm>
          <a:off x="3348252" y="754456"/>
          <a:ext cx="1445998" cy="14459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47448C-A52B-4B60-8DDA-22A7A90C203B}">
      <dsp:nvSpPr>
        <dsp:cNvPr id="0" name=""/>
        <dsp:cNvSpPr/>
      </dsp:nvSpPr>
      <dsp:spPr>
        <a:xfrm>
          <a:off x="3656416" y="106262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B51712-8E51-4C0E-A0B6-2FF8B3421D00}">
      <dsp:nvSpPr>
        <dsp:cNvPr id="0" name=""/>
        <dsp:cNvSpPr/>
      </dsp:nvSpPr>
      <dsp:spPr>
        <a:xfrm>
          <a:off x="2886007" y="2650848"/>
          <a:ext cx="2370489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>
              <a:latin typeface="Aptos Display" panose="020F0302020204030204"/>
            </a:rPr>
            <a:t>También</a:t>
          </a:r>
          <a:r>
            <a:rPr lang="es-ES" sz="1100" kern="1200" dirty="0"/>
            <a:t> cuenta con un switch el cual es gestionable. </a:t>
          </a:r>
          <a:endParaRPr lang="en-US" sz="1100" kern="1200" dirty="0"/>
        </a:p>
      </dsp:txBody>
      <dsp:txXfrm>
        <a:off x="2886007" y="2650848"/>
        <a:ext cx="2370489" cy="787500"/>
      </dsp:txXfrm>
    </dsp:sp>
    <dsp:sp modelId="{1C218029-709B-4474-AC4D-01CB9A38FD99}">
      <dsp:nvSpPr>
        <dsp:cNvPr id="0" name=""/>
        <dsp:cNvSpPr/>
      </dsp:nvSpPr>
      <dsp:spPr>
        <a:xfrm>
          <a:off x="6133577" y="75445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89362C-A9D6-47F3-93AD-5C8AF25DDD8B}">
      <dsp:nvSpPr>
        <dsp:cNvPr id="0" name=""/>
        <dsp:cNvSpPr/>
      </dsp:nvSpPr>
      <dsp:spPr>
        <a:xfrm>
          <a:off x="6441741" y="106262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56671B-23A5-440D-97E3-C570616C33E3}">
      <dsp:nvSpPr>
        <dsp:cNvPr id="0" name=""/>
        <dsp:cNvSpPr/>
      </dsp:nvSpPr>
      <dsp:spPr>
        <a:xfrm>
          <a:off x="5671332" y="2650848"/>
          <a:ext cx="2370489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 dirty="0"/>
            <a:t>Hay  VLANs que particionan la red en redes más pequeñas para así poder tener mejor estructurada la red.</a:t>
          </a:r>
          <a:endParaRPr lang="en-US" sz="1100" kern="1200" dirty="0"/>
        </a:p>
      </dsp:txBody>
      <dsp:txXfrm>
        <a:off x="5671332" y="2650848"/>
        <a:ext cx="2370489" cy="787500"/>
      </dsp:txXfrm>
    </dsp:sp>
    <dsp:sp modelId="{8D2F15D1-0174-4676-834D-69121163A522}">
      <dsp:nvSpPr>
        <dsp:cNvPr id="0" name=""/>
        <dsp:cNvSpPr/>
      </dsp:nvSpPr>
      <dsp:spPr>
        <a:xfrm>
          <a:off x="8918902" y="754456"/>
          <a:ext cx="1445998" cy="14459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F53302-88C4-41E5-A96A-B184261CF34D}">
      <dsp:nvSpPr>
        <dsp:cNvPr id="0" name=""/>
        <dsp:cNvSpPr/>
      </dsp:nvSpPr>
      <dsp:spPr>
        <a:xfrm>
          <a:off x="9227066" y="106262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3B11BF-EB51-45CD-BA87-8A9310B8CD81}">
      <dsp:nvSpPr>
        <dsp:cNvPr id="0" name=""/>
        <dsp:cNvSpPr/>
      </dsp:nvSpPr>
      <dsp:spPr>
        <a:xfrm>
          <a:off x="8456657" y="2650848"/>
          <a:ext cx="2370489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/>
            <a:t>Y también hay una red de invitados la cual está aislada de la empresa es decir no pueden acceder a los archivos solo pueden acceder a internet.</a:t>
          </a:r>
          <a:endParaRPr lang="en-US" sz="1100" kern="1200"/>
        </a:p>
      </dsp:txBody>
      <dsp:txXfrm>
        <a:off x="8456657" y="2650848"/>
        <a:ext cx="2370489" cy="787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15/05/2026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15/05/2026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15/05/2026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15/05/2026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15/05/2026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15/05/2026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15/05/2026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D0D6D3E-D7F9-4591-9CA9-DDF4DB1F7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82639" y="1012536"/>
            <a:ext cx="4613300" cy="3163224"/>
          </a:xfrm>
        </p:spPr>
        <p:txBody>
          <a:bodyPr anchor="t">
            <a:normAutofit/>
          </a:bodyPr>
          <a:lstStyle/>
          <a:p>
            <a:pPr algn="l"/>
            <a:r>
              <a:rPr lang="es-ES" sz="4800"/>
              <a:t>Inmobiliaria Chamartín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82638" y="4886536"/>
            <a:ext cx="5953395" cy="695399"/>
          </a:xfrm>
        </p:spPr>
        <p:txBody>
          <a:bodyPr vert="horz" lIns="91440" tIns="45720" rIns="91440" bIns="45720" rtlCol="0" anchor="b">
            <a:normAutofit fontScale="92500" lnSpcReduction="10000"/>
          </a:bodyPr>
          <a:lstStyle/>
          <a:p>
            <a:pPr algn="l"/>
            <a:r>
              <a:rPr lang="es-ES" dirty="0"/>
              <a:t>Proyecto </a:t>
            </a:r>
            <a:r>
              <a:rPr lang="es-ES" err="1"/>
              <a:t>Intermodular</a:t>
            </a:r>
            <a:r>
              <a:rPr lang="es-ES" dirty="0"/>
              <a:t> Aplicaciones Ofimáticas David </a:t>
            </a:r>
            <a:r>
              <a:rPr lang="es-ES"/>
              <a:t>Tío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6" y="-3"/>
            <a:ext cx="4068664" cy="6858000"/>
          </a:xfrm>
          <a:prstGeom prst="rect">
            <a:avLst/>
          </a:prstGeom>
          <a:gradFill>
            <a:gsLst>
              <a:gs pos="26000">
                <a:srgbClr val="000000"/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6" y="-3"/>
            <a:ext cx="3611463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6000"/>
                </a:schemeClr>
              </a:gs>
              <a:gs pos="100000">
                <a:srgbClr val="000000">
                  <a:alpha val="52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30721" y="-107390"/>
            <a:ext cx="3853890" cy="4068665"/>
          </a:xfrm>
          <a:prstGeom prst="rect">
            <a:avLst/>
          </a:prstGeom>
          <a:gradFill>
            <a:gsLst>
              <a:gs pos="0">
                <a:srgbClr val="000000">
                  <a:alpha val="34000"/>
                </a:srgbClr>
              </a:gs>
              <a:gs pos="96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Sobre nosotros | Chamartin Inmobiliaria | Madrid | Más de 45 años de  experiencia">
            <a:extLst>
              <a:ext uri="{FF2B5EF4-FFF2-40B4-BE49-F238E27FC236}">
                <a16:creationId xmlns:a16="http://schemas.microsoft.com/office/drawing/2014/main" id="{8788A7CB-3B3E-5736-D849-CF84FCC188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-2"/>
          <a:stretch>
            <a:fillRect/>
          </a:stretch>
        </p:blipFill>
        <p:spPr>
          <a:xfrm>
            <a:off x="6096000" y="1012536"/>
            <a:ext cx="4756162" cy="4756162"/>
          </a:xfrm>
          <a:custGeom>
            <a:avLst/>
            <a:gdLst/>
            <a:ahLst/>
            <a:cxnLst/>
            <a:rect l="l" t="t" r="r" b="b"/>
            <a:pathLst>
              <a:path w="5031136" h="5031136">
                <a:moveTo>
                  <a:pt x="2515568" y="0"/>
                </a:moveTo>
                <a:cubicBezTo>
                  <a:pt x="3904878" y="0"/>
                  <a:pt x="5031136" y="1126258"/>
                  <a:pt x="5031136" y="2515568"/>
                </a:cubicBezTo>
                <a:cubicBezTo>
                  <a:pt x="5031136" y="3904878"/>
                  <a:pt x="3904878" y="5031136"/>
                  <a:pt x="2515568" y="5031136"/>
                </a:cubicBezTo>
                <a:cubicBezTo>
                  <a:pt x="1126258" y="5031136"/>
                  <a:pt x="0" y="3904878"/>
                  <a:pt x="0" y="2515568"/>
                </a:cubicBezTo>
                <a:cubicBezTo>
                  <a:pt x="0" y="1126258"/>
                  <a:pt x="1126258" y="0"/>
                  <a:pt x="251556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6A3950-4C7F-BEC9-4882-47650B589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/>
              <a:t>Descripción de la empresa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F36B84-3412-0581-5DDE-C02E4C1B4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1900">
                <a:latin typeface="Arial"/>
                <a:cs typeface="Arial"/>
              </a:rPr>
              <a:t>Inmobiliaria Chamartín fue fundada con el objetivo de ofrecer servicios de compraventa y alquiler de inmuebles de calidad, la empresa es un referente de confianza en el mercado inmobiliario del norte de Madrid.</a:t>
            </a:r>
          </a:p>
          <a:p>
            <a:r>
              <a:rPr lang="es-ES" sz="1900">
                <a:latin typeface="Arial"/>
                <a:cs typeface="Arial"/>
              </a:rPr>
              <a:t>La empresa cuenta con un total de 15 trabajadores distribuidos por toda la sede en la cual hay 7 departamentos.</a:t>
            </a:r>
          </a:p>
          <a:p>
            <a:r>
              <a:rPr lang="es-ES" sz="1900">
                <a:latin typeface="Arial"/>
                <a:cs typeface="Arial"/>
              </a:rPr>
              <a:t>La empresa cuenta con un edificio de dos plantas.</a:t>
            </a:r>
          </a:p>
          <a:p>
            <a:endParaRPr lang="es-ES" sz="1900"/>
          </a:p>
        </p:txBody>
      </p:sp>
      <p:pic>
        <p:nvPicPr>
          <p:cNvPr id="5" name="Picture 4" descr="Visión de ángulo reducido de rascacielos modernos frente al cielo ">
            <a:extLst>
              <a:ext uri="{FF2B5EF4-FFF2-40B4-BE49-F238E27FC236}">
                <a16:creationId xmlns:a16="http://schemas.microsoft.com/office/drawing/2014/main" id="{90A3B52B-A006-5662-DFC2-3E442E98C1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270" r="16417" b="-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878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4EDC95-93E3-D100-F42D-C183545B5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Equipos Informáticos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7A9FEDC0-48C4-76EA-E9CA-650128546A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560012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4736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3FB69C-8D6F-541B-282C-27DD1ED1F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Red de la empresa</a:t>
            </a:r>
          </a:p>
        </p:txBody>
      </p:sp>
      <p:graphicFrame>
        <p:nvGraphicFramePr>
          <p:cNvPr id="21" name="Marcador de contenido 2">
            <a:extLst>
              <a:ext uri="{FF2B5EF4-FFF2-40B4-BE49-F238E27FC236}">
                <a16:creationId xmlns:a16="http://schemas.microsoft.com/office/drawing/2014/main" id="{C96CC5FC-F186-FD02-D2FF-C6160A8841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048188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3530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692EDF-C6DC-071C-EAC6-593E2BBCF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/>
              <a:t>Sistema Operativo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E487F4-8BEA-A319-DAAF-1CBFC191C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2000" dirty="0" err="1"/>
              <a:t>PCs</a:t>
            </a:r>
            <a:r>
              <a:rPr lang="es-ES" sz="2000" dirty="0"/>
              <a:t>: Cuentan con el sistema Operativo de Windows 11 Pro</a:t>
            </a:r>
          </a:p>
          <a:p>
            <a:r>
              <a:rPr lang="es-ES" sz="2000"/>
              <a:t>Servidores: Cuentan con la versión de Windows Server 2022</a:t>
            </a:r>
          </a:p>
          <a:p>
            <a:r>
              <a:rPr lang="es-ES" sz="2000" err="1"/>
              <a:t>El</a:t>
            </a:r>
            <a:r>
              <a:rPr lang="es-ES" sz="2000"/>
              <a:t> por qué: Principalmente por la comodidad, la compatibilidad y la seguridad.</a:t>
            </a:r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29F74A-27CF-A67F-F912-08D9CA0F52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7" r="51716" b="6250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49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33EDA0D-F54B-48BB-9910-7DB6A5FBA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A73256-0EB9-4289-A040-E77C05B42F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92000" cy="2395820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4FE2E0-0356-4DC9-A129-5C677E5BB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080500" y="6"/>
            <a:ext cx="31114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F9516E-11D6-4EBA-B6FD-722514EE9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"/>
            <a:ext cx="12192000" cy="2395815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68CD86-EBCA-4577-B9FD-960CCEE8C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26042" y="9496"/>
            <a:ext cx="11765956" cy="2376835"/>
          </a:xfrm>
          <a:prstGeom prst="rect">
            <a:avLst/>
          </a:prstGeom>
          <a:gradFill>
            <a:gsLst>
              <a:gs pos="0">
                <a:srgbClr val="000000">
                  <a:alpha val="8000"/>
                </a:srgbClr>
              </a:gs>
              <a:gs pos="76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F288B7-E799-3A14-F064-DDB4392FD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365125"/>
            <a:ext cx="9748522" cy="1325563"/>
          </a:xfrm>
        </p:spPr>
        <p:txBody>
          <a:bodyPr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Software Utilizado</a:t>
            </a:r>
          </a:p>
        </p:txBody>
      </p:sp>
      <p:pic>
        <p:nvPicPr>
          <p:cNvPr id="5" name="Imagen 4" descr="Brave, una navegador web que incluye descarga de archivos y buscador de  torrents">
            <a:extLst>
              <a:ext uri="{FF2B5EF4-FFF2-40B4-BE49-F238E27FC236}">
                <a16:creationId xmlns:a16="http://schemas.microsoft.com/office/drawing/2014/main" id="{3143F686-7D4E-85DE-ED26-04D5779481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115" t="-1258" r="42379" b="1258"/>
          <a:stretch>
            <a:fillRect/>
          </a:stretch>
        </p:blipFill>
        <p:spPr>
          <a:xfrm>
            <a:off x="1045013" y="1824895"/>
            <a:ext cx="2276468" cy="2282956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pic>
        <p:nvPicPr>
          <p:cNvPr id="4" name="Imagen 3" descr="Qué es Office 365 | Euskomilenio - Telefonía para empresas en Gipuzkoa">
            <a:extLst>
              <a:ext uri="{FF2B5EF4-FFF2-40B4-BE49-F238E27FC236}">
                <a16:creationId xmlns:a16="http://schemas.microsoft.com/office/drawing/2014/main" id="{882F7FC7-CAEB-5B88-3612-6E4459E37D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016" r="17438"/>
          <a:stretch>
            <a:fillRect/>
          </a:stretch>
        </p:blipFill>
        <p:spPr>
          <a:xfrm>
            <a:off x="3650350" y="1816875"/>
            <a:ext cx="2282932" cy="2282932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pic>
        <p:nvPicPr>
          <p:cNvPr id="7" name="Imagen 6" descr="AVG Download Center: descarga e instalación gratuitas en Windows |  Microsoft Store">
            <a:extLst>
              <a:ext uri="{FF2B5EF4-FFF2-40B4-BE49-F238E27FC236}">
                <a16:creationId xmlns:a16="http://schemas.microsoft.com/office/drawing/2014/main" id="{2CB24F9B-5171-D6EB-5328-230043B668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82" r="11019" b="-2"/>
          <a:stretch>
            <a:fillRect/>
          </a:stretch>
        </p:blipFill>
        <p:spPr>
          <a:xfrm>
            <a:off x="6292739" y="1816875"/>
            <a:ext cx="2282932" cy="2282932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pic>
        <p:nvPicPr>
          <p:cNvPr id="6" name="Imagen 5" descr="Adobe Acrobat - Wikipedia, la enciclopedia libre">
            <a:extLst>
              <a:ext uri="{FF2B5EF4-FFF2-40B4-BE49-F238E27FC236}">
                <a16:creationId xmlns:a16="http://schemas.microsoft.com/office/drawing/2014/main" id="{063FE401-92D7-E6D1-5080-D06097FAA3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4" b="-4"/>
          <a:stretch>
            <a:fillRect/>
          </a:stretch>
        </p:blipFill>
        <p:spPr>
          <a:xfrm>
            <a:off x="8894647" y="1831520"/>
            <a:ext cx="2282932" cy="2282932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5C017B-5F01-C78B-4F62-2E49540B1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8" y="4503762"/>
            <a:ext cx="9748523" cy="172779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1600"/>
              <a:t>Microsoft Office 365</a:t>
            </a:r>
          </a:p>
          <a:p>
            <a:r>
              <a:rPr lang="es-ES" sz="1600"/>
              <a:t>Google Chrome / Brave</a:t>
            </a:r>
          </a:p>
          <a:p>
            <a:r>
              <a:rPr lang="es-ES" sz="1600"/>
              <a:t>Adobe Acrobat</a:t>
            </a:r>
          </a:p>
          <a:p>
            <a:r>
              <a:rPr lang="es-ES" sz="1600"/>
              <a:t>CRM Inmobiliario</a:t>
            </a:r>
          </a:p>
          <a:p>
            <a:r>
              <a:rPr lang="es-ES" sz="1600"/>
              <a:t>Antivirus</a:t>
            </a:r>
          </a:p>
        </p:txBody>
      </p:sp>
    </p:spTree>
    <p:extLst>
      <p:ext uri="{BB962C8B-B14F-4D97-AF65-F5344CB8AC3E}">
        <p14:creationId xmlns:p14="http://schemas.microsoft.com/office/powerpoint/2010/main" val="2322056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FFB9DBA-B9CC-598F-1EA7-5EAF2A703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s-ES" sz="5400"/>
              <a:t>Ventajas del Sistema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7C118D-D019-4708-FC91-D2A5B236F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z="2200" dirty="0"/>
              <a:t>La red está segmentada por </a:t>
            </a:r>
            <a:r>
              <a:rPr lang="es-ES" sz="2200" dirty="0" err="1"/>
              <a:t>VLANs</a:t>
            </a:r>
            <a:r>
              <a:rPr lang="es-ES" sz="2200" dirty="0"/>
              <a:t>, con lo cual implica mayor seguridad.</a:t>
            </a:r>
          </a:p>
          <a:p>
            <a:r>
              <a:rPr lang="es-ES" sz="2200" dirty="0"/>
              <a:t>Servidor de </a:t>
            </a:r>
            <a:r>
              <a:rPr lang="es-ES" sz="2200" dirty="0" err="1"/>
              <a:t>backup</a:t>
            </a:r>
            <a:r>
              <a:rPr lang="es-ES" sz="2200" dirty="0"/>
              <a:t>, así no se pierden los datos.</a:t>
            </a:r>
          </a:p>
          <a:p>
            <a:r>
              <a:rPr lang="es-ES" sz="2200"/>
              <a:t>Equipos diferenciados según el trabajo de cada usuario.</a:t>
            </a:r>
          </a:p>
          <a:p>
            <a:r>
              <a:rPr lang="es-ES" sz="2200"/>
              <a:t>Software licenciado y actualizado.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261485-31B1-4C5D-5A00-AEDA6BA683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580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94857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7226EA-05BF-3B54-D58B-3B92DF09F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s-ES" sz="5400"/>
              <a:t>Conclusión</a:t>
            </a:r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E0D75D-6BA4-38D2-514A-8104FB6D2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z="2200"/>
              <a:t>Esta empresa está pensada para que los empleados puedan trabajar de una manera eficiente y con mayor seguridad.</a:t>
            </a:r>
          </a:p>
          <a:p>
            <a:r>
              <a:rPr lang="es-ES" sz="2200" dirty="0"/>
              <a:t>Gracias a este sistema, la empresa puede gestio</a:t>
            </a:r>
            <a:r>
              <a:rPr lang="es-ES" sz="2200"/>
              <a:t>nar su trabajo diario de forma rápida y segura.</a:t>
            </a:r>
            <a:endParaRPr lang="es-ES" sz="2200" dirty="0"/>
          </a:p>
        </p:txBody>
      </p:sp>
      <p:pic>
        <p:nvPicPr>
          <p:cNvPr id="4" name="Imagen 3" descr="Sobre nosotros | Chamartin Inmobiliaria | Madrid | Más de 45 años de  experiencia">
            <a:extLst>
              <a:ext uri="{FF2B5EF4-FFF2-40B4-BE49-F238E27FC236}">
                <a16:creationId xmlns:a16="http://schemas.microsoft.com/office/drawing/2014/main" id="{C2588800-413E-A2B0-4C27-5022E2B558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 r="-1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873658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Inmobiliaria Chamartín</vt:lpstr>
      <vt:lpstr>Descripción de la empresa</vt:lpstr>
      <vt:lpstr>Equipos Informáticos</vt:lpstr>
      <vt:lpstr>Red de la empresa</vt:lpstr>
      <vt:lpstr>Sistema Operativo</vt:lpstr>
      <vt:lpstr>Software Utilizado</vt:lpstr>
      <vt:lpstr>Ventajas del Sistema</vt:lpstr>
      <vt:lpstr>Conclusión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180</cp:revision>
  <dcterms:created xsi:type="dcterms:W3CDTF">2026-05-15T14:34:55Z</dcterms:created>
  <dcterms:modified xsi:type="dcterms:W3CDTF">2026-05-15T15:17:45Z</dcterms:modified>
</cp:coreProperties>
</file>